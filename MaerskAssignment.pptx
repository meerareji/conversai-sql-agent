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BN4hvE9hRtS6/hvf1ECgj/FSJ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/>
          <p:nvPr>
            <p:ph idx="2" type="sldImg"/>
          </p:nvPr>
        </p:nvSpPr>
        <p:spPr>
          <a:xfrm>
            <a:off x="382588" y="685800"/>
            <a:ext cx="6094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382588" y="685800"/>
            <a:ext cx="6094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382588" y="685800"/>
            <a:ext cx="6094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2588" y="685800"/>
            <a:ext cx="6094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25ebd8ca7_0_6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a25ebd8ca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a25ebd8ca7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382588" y="685800"/>
            <a:ext cx="6094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25ebd8ca7_0_26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a25ebd8ca7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a25ebd8ca7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85cdd0013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785cdd0013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9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file/d/1GFHXOU07knUGFXMOksIJG40CEA4jg6uk/view?usp=sharing" TargetMode="External"/><Relationship Id="rId4" Type="http://schemas.openxmlformats.org/officeDocument/2006/relationships/hyperlink" Target="https://youtu.be/ffmUvqMdlZc" TargetMode="External"/><Relationship Id="rId5" Type="http://schemas.openxmlformats.org/officeDocument/2006/relationships/hyperlink" Target="http://drive.google.com/file/d/1GFHXOU07knUGFXMOksIJG40CEA4jg6uk/view" TargetMode="External"/><Relationship Id="rId6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MeeraReji/ConversAI-SQL-Agen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2388000" y="2340125"/>
            <a:ext cx="71406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dk1"/>
                </a:solidFill>
              </a:rPr>
              <a:t>ConversAI: The Intelligent SQL Agent </a:t>
            </a:r>
            <a:endParaRPr sz="3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150">
              <a:solidFill>
                <a:srgbClr val="00000A"/>
              </a:solidFill>
              <a:highlight>
                <a:srgbClr val="FFFFFF"/>
              </a:highlight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861700" y="3732025"/>
            <a:ext cx="26535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>
                <a:solidFill>
                  <a:srgbClr val="595959"/>
                </a:solidFill>
              </a:rPr>
              <a:t>-Meera Reji</a:t>
            </a:r>
            <a:endParaRPr sz="2800">
              <a:solidFill>
                <a:srgbClr val="59595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highlight>
                <a:srgbClr val="FF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600200" y="1701013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SQL Intelligence Agent</a:t>
            </a:r>
            <a:endParaRPr b="1"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Interact with e-commerce data using natural language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Multi-Agent System:</a:t>
            </a:r>
            <a:endParaRPr b="1"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SQL Agent: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Converts user questions into SQL queries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RAG Retriever: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Performs semantic search using 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ChromaDB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Visualization Generator: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Displays results as tables and charts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 Browser Agent: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Browses the web to fetch external product/industry information and definitions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Voice Query Support: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Supports voice-based queries for accessibility.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109725" y="1107725"/>
            <a:ext cx="655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i="0" sz="24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Intelligent SQL Agent 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00">
              <a:solidFill>
                <a:srgbClr val="888888"/>
              </a:solidFill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850" y="2042050"/>
            <a:ext cx="2691751" cy="20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191000" y="11430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Intelligent SQL Agent 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375" y="2996900"/>
            <a:ext cx="9141226" cy="10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2043600" y="1847100"/>
            <a:ext cx="8104800" cy="50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Steps Implemented</a:t>
            </a:r>
            <a:endParaRPr b="1"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Drive Integration: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Mounted Drive to store databases and vector data persistently.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Ingestion &amp; Storage: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Loaded CSV files and stored them as tables in </a:t>
            </a: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SQLite (olist_sqlite.db)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Vector Store Setup: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Created a </a:t>
            </a: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persistent ChromaDB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for long-term text embedding retrieval.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 Model: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Used </a:t>
            </a: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BAAI/bge-m3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(Transformer-based) for multilingual text embeddings.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Vectorization: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Converted text fields into dense vectors and stored them with metadata in ChromaDB.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Stage 1:Data Storage &amp; Vectorization Pipeline</a:t>
            </a:r>
            <a:endParaRPr b="0" i="0" sz="24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Intelligent SQL Agent 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2057400" y="2188868"/>
            <a:ext cx="9067800" cy="4211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Noto Sans Symbols"/>
              <a:buChar char="▪"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Stage 2:Agents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Intelligent SQL Agent 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</a:endParaRPr>
          </a:p>
        </p:txBody>
      </p:sp>
      <p:pic>
        <p:nvPicPr>
          <p:cNvPr id="148" name="Google Shape;14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325" y="1803800"/>
            <a:ext cx="7762574" cy="436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25ebd8ca7_0_6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a25ebd8ca7_0_6"/>
          <p:cNvSpPr txBox="1"/>
          <p:nvPr/>
        </p:nvSpPr>
        <p:spPr>
          <a:xfrm>
            <a:off x="2057400" y="2188868"/>
            <a:ext cx="90678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DriveLink: </a:t>
            </a:r>
            <a:r>
              <a:rPr lang="en-US" sz="15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https://drive.google.com/file/d/1GFHXOU07knUGFXMOksIJG40CEA4jg6uk/view?usp=sharing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YouTube Link: </a:t>
            </a:r>
            <a:r>
              <a:rPr lang="en-US" sz="15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https://youtu.be/ffmUvqMdlZc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" name="Google Shape;156;g3a25ebd8ca7_0_6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Demo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a25ebd8ca7_0_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Intelligent SQL Agent 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</a:endParaRPr>
          </a:p>
        </p:txBody>
      </p:sp>
      <p:pic>
        <p:nvPicPr>
          <p:cNvPr id="158" name="Google Shape;158;g3a25ebd8ca7_0_6" title="Meera Reji_s Video - Nov 11, 2025-VEED (1)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0" y="1746600"/>
            <a:ext cx="5848602" cy="328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2895600" y="1053957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3048000" y="1905001"/>
            <a:ext cx="792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Intelligent SQL Agent 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</a:endParaRPr>
          </a:p>
        </p:txBody>
      </p:sp>
      <p:pic>
        <p:nvPicPr>
          <p:cNvPr id="167" name="Google Shape;16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400" y="1916800"/>
            <a:ext cx="3835602" cy="18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6325" y="1923587"/>
            <a:ext cx="3806083" cy="1825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6426" y="4054925"/>
            <a:ext cx="4599150" cy="172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3048000" y="1447800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1371600" y="1447800"/>
            <a:ext cx="9296400" cy="457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1115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Multi-language support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Transcribe and query in Portuguese, Spanish, and other languages.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Query suggestions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Autocomplete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based on recent queries for faster interaction.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Predictive analytics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Forecast sales trends and identify trending products.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Real-time data streaming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Stream live orders instead of relying on historical data.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Fine-tuned models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Domain-specific SQL generation using LoRA fine-tuning for higher accuracy.</a:t>
            </a:r>
            <a:b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●"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Improved context handling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Smarter follow-up query interpretation and caching.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77" name="Google Shape;177;p7"/>
          <p:cNvSpPr txBox="1"/>
          <p:nvPr/>
        </p:nvSpPr>
        <p:spPr>
          <a:xfrm>
            <a:off x="2933700" y="890091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Enhancements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Intelligent SQL Agent 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25ebd8ca7_0_26"/>
          <p:cNvSpPr/>
          <p:nvPr/>
        </p:nvSpPr>
        <p:spPr>
          <a:xfrm>
            <a:off x="3048000" y="1447800"/>
            <a:ext cx="7620000" cy="3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a25ebd8ca7_0_26"/>
          <p:cNvSpPr txBox="1"/>
          <p:nvPr/>
        </p:nvSpPr>
        <p:spPr>
          <a:xfrm>
            <a:off x="1316950" y="1447800"/>
            <a:ext cx="929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Link to the github repo: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https://github.com/MeeraReji/ConversAI-SQL-Agent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6" name="Google Shape;186;g3a25ebd8ca7_0_26"/>
          <p:cNvSpPr txBox="1"/>
          <p:nvPr/>
        </p:nvSpPr>
        <p:spPr>
          <a:xfrm>
            <a:off x="2933700" y="890091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                                     Github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a25ebd8ca7_0_2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ConversAI: The Intelligent SQL Agent 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85cdd0013_0_83"/>
          <p:cNvSpPr/>
          <p:nvPr/>
        </p:nvSpPr>
        <p:spPr>
          <a:xfrm>
            <a:off x="4842760" y="2812475"/>
            <a:ext cx="250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2023-02-02T07:40:50Z</dcterms:created>
  <dc:creator>Microsoft account</dc:creator>
</cp:coreProperties>
</file>